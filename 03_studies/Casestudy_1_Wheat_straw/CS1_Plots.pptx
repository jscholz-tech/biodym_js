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56" r:id="rId2"/>
    <p:sldId id="257" r:id="rId3"/>
    <p:sldId id="258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03" autoAdjust="0"/>
    <p:restoredTop sz="90571" autoAdjust="0"/>
  </p:normalViewPr>
  <p:slideViewPr>
    <p:cSldViewPr snapToGrid="0">
      <p:cViewPr>
        <p:scale>
          <a:sx n="100" d="100"/>
          <a:sy n="100" d="100"/>
        </p:scale>
        <p:origin x="447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EB5104-ACC6-416E-80CF-3634AD3C306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72DD54-7D69-4614-BFCB-03731CA794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666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2DD54-7D69-4614-BFCB-03731CA794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59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A446-4ACC-465F-B028-1C0FB5AC597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5BEC5-33D8-4B14-A5AC-A26D282A9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847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A446-4ACC-465F-B028-1C0FB5AC597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5BEC5-33D8-4B14-A5AC-A26D282A9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381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A446-4ACC-465F-B028-1C0FB5AC597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5BEC5-33D8-4B14-A5AC-A26D282A9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654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A446-4ACC-465F-B028-1C0FB5AC597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5BEC5-33D8-4B14-A5AC-A26D282A9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40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A446-4ACC-465F-B028-1C0FB5AC597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5BEC5-33D8-4B14-A5AC-A26D282A9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010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A446-4ACC-465F-B028-1C0FB5AC597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5BEC5-33D8-4B14-A5AC-A26D282A9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07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A446-4ACC-465F-B028-1C0FB5AC597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5BEC5-33D8-4B14-A5AC-A26D282A9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466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A446-4ACC-465F-B028-1C0FB5AC597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5BEC5-33D8-4B14-A5AC-A26D282A9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412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A446-4ACC-465F-B028-1C0FB5AC597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5BEC5-33D8-4B14-A5AC-A26D282A9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313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A446-4ACC-465F-B028-1C0FB5AC597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5BEC5-33D8-4B14-A5AC-A26D282A9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42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A446-4ACC-465F-B028-1C0FB5AC597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5BEC5-33D8-4B14-A5AC-A26D282A9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464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BA446-4ACC-465F-B028-1C0FB5AC597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D5BEC5-33D8-4B14-A5AC-A26D282A9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707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ar code with different colored lines&#10;&#10;AI-generated content may be incorrect.">
            <a:extLst>
              <a:ext uri="{FF2B5EF4-FFF2-40B4-BE49-F238E27FC236}">
                <a16:creationId xmlns:a16="http://schemas.microsoft.com/office/drawing/2014/main" id="{E3E22E3F-1B8A-C520-8BEB-E6A97FA3CF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804850"/>
            <a:ext cx="6480000" cy="1392716"/>
          </a:xfrm>
          <a:prstGeom prst="rect">
            <a:avLst/>
          </a:prstGeom>
        </p:spPr>
      </p:pic>
      <p:pic>
        <p:nvPicPr>
          <p:cNvPr id="13" name="Picture 12" descr="A graph of a graph&#10;&#10;AI-generated content may be incorrect.">
            <a:extLst>
              <a:ext uri="{FF2B5EF4-FFF2-40B4-BE49-F238E27FC236}">
                <a16:creationId xmlns:a16="http://schemas.microsoft.com/office/drawing/2014/main" id="{D32839B6-68ED-F9B8-6BF9-B626EC9EEF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197566"/>
            <a:ext cx="3240000" cy="2430000"/>
          </a:xfrm>
          <a:prstGeom prst="rect">
            <a:avLst/>
          </a:prstGeom>
        </p:spPr>
      </p:pic>
      <p:pic>
        <p:nvPicPr>
          <p:cNvPr id="15" name="Picture 14" descr="A graph with a line&#10;&#10;AI-generated content may be incorrect.">
            <a:extLst>
              <a:ext uri="{FF2B5EF4-FFF2-40B4-BE49-F238E27FC236}">
                <a16:creationId xmlns:a16="http://schemas.microsoft.com/office/drawing/2014/main" id="{DA4F003E-7BEB-3F78-A24D-AE766241B0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999" y="7197566"/>
            <a:ext cx="3240000" cy="2430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973BA8E-BEB0-4EC9-EBE0-571EE8FCF32A}"/>
              </a:ext>
            </a:extLst>
          </p:cNvPr>
          <p:cNvSpPr txBox="1"/>
          <p:nvPr/>
        </p:nvSpPr>
        <p:spPr>
          <a:xfrm>
            <a:off x="233220" y="5804850"/>
            <a:ext cx="2895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a)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525CCF-EF14-4D65-B759-799B85FC2F92}"/>
              </a:ext>
            </a:extLst>
          </p:cNvPr>
          <p:cNvSpPr txBox="1"/>
          <p:nvPr/>
        </p:nvSpPr>
        <p:spPr>
          <a:xfrm>
            <a:off x="233219" y="7197566"/>
            <a:ext cx="2895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b)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437A9B-20EA-01B7-E6AB-09C954983415}"/>
              </a:ext>
            </a:extLst>
          </p:cNvPr>
          <p:cNvSpPr txBox="1"/>
          <p:nvPr/>
        </p:nvSpPr>
        <p:spPr>
          <a:xfrm>
            <a:off x="3473220" y="7197566"/>
            <a:ext cx="2895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6A21C6D-9F03-7ED8-4C12-04CAC1AB72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695" y="278434"/>
            <a:ext cx="6480610" cy="382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97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9ACB0397-8FBA-3442-0111-02215BCEC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291" y="5230500"/>
            <a:ext cx="3240000" cy="2430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7" name="Picture 6" descr="A graph with a line&#10;&#10;AI-generated content may be incorrect.">
            <a:extLst>
              <a:ext uri="{FF2B5EF4-FFF2-40B4-BE49-F238E27FC236}">
                <a16:creationId xmlns:a16="http://schemas.microsoft.com/office/drawing/2014/main" id="{744189B2-26A8-6D07-4A3E-CFAAD42F9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1" y="5230500"/>
            <a:ext cx="3240000" cy="2430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1" name="Picture 10" descr="A graph showing the number of years&#10;&#10;AI-generated content may be incorrect.">
            <a:extLst>
              <a:ext uri="{FF2B5EF4-FFF2-40B4-BE49-F238E27FC236}">
                <a16:creationId xmlns:a16="http://schemas.microsoft.com/office/drawing/2014/main" id="{219071D4-DB38-77D8-79A3-9C100536D4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1" y="2952375"/>
            <a:ext cx="6480000" cy="227812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3" name="Picture 1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88535FC9-8FFC-99EF-D8CA-F561783B80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2" b="5371"/>
          <a:stretch>
            <a:fillRect/>
          </a:stretch>
        </p:blipFill>
        <p:spPr>
          <a:xfrm>
            <a:off x="3310291" y="7660500"/>
            <a:ext cx="3240000" cy="22455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47F0A22-002B-364A-2CED-4487217638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91" y="8092310"/>
            <a:ext cx="3240000" cy="170137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E1D2ADB-BB5A-41FB-52B8-07596C6DA5FE}"/>
              </a:ext>
            </a:extLst>
          </p:cNvPr>
          <p:cNvSpPr txBox="1"/>
          <p:nvPr/>
        </p:nvSpPr>
        <p:spPr>
          <a:xfrm>
            <a:off x="157019" y="3203052"/>
            <a:ext cx="2895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a)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536121-D6FF-AFC0-92E3-5C811DDC92DB}"/>
              </a:ext>
            </a:extLst>
          </p:cNvPr>
          <p:cNvSpPr txBox="1"/>
          <p:nvPr/>
        </p:nvSpPr>
        <p:spPr>
          <a:xfrm>
            <a:off x="157018" y="5230500"/>
            <a:ext cx="2895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b)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4FC0DF-73B8-D83C-426B-0CC38E5A5470}"/>
              </a:ext>
            </a:extLst>
          </p:cNvPr>
          <p:cNvSpPr txBox="1"/>
          <p:nvPr/>
        </p:nvSpPr>
        <p:spPr>
          <a:xfrm>
            <a:off x="138305" y="7660500"/>
            <a:ext cx="2895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d)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E3EC0A-DC11-37F8-0CE6-63AC63AAE0D2}"/>
              </a:ext>
            </a:extLst>
          </p:cNvPr>
          <p:cNvSpPr txBox="1"/>
          <p:nvPr/>
        </p:nvSpPr>
        <p:spPr>
          <a:xfrm>
            <a:off x="3310291" y="5230500"/>
            <a:ext cx="2895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746672-B9B6-3597-BAA4-9737B153141B}"/>
              </a:ext>
            </a:extLst>
          </p:cNvPr>
          <p:cNvSpPr txBox="1"/>
          <p:nvPr/>
        </p:nvSpPr>
        <p:spPr>
          <a:xfrm>
            <a:off x="3455071" y="7624041"/>
            <a:ext cx="2895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e)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B324FD-2437-F24D-F70D-F7A18ECEEBC3}"/>
              </a:ext>
            </a:extLst>
          </p:cNvPr>
          <p:cNvSpPr/>
          <p:nvPr/>
        </p:nvSpPr>
        <p:spPr>
          <a:xfrm>
            <a:off x="70291" y="7660500"/>
            <a:ext cx="3240000" cy="22455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172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52B52F-494E-F90D-7809-F32CBF730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98" y="1468834"/>
            <a:ext cx="6492803" cy="696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332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17</Words>
  <Application>Microsoft Office PowerPoint</Application>
  <PresentationFormat>A4 Paper (210x297 mm)</PresentationFormat>
  <Paragraphs>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Johannes Scholz</dc:creator>
  <cp:lastModifiedBy>Johannes Scholz</cp:lastModifiedBy>
  <cp:revision>2</cp:revision>
  <dcterms:created xsi:type="dcterms:W3CDTF">2025-10-15T15:04:35Z</dcterms:created>
  <dcterms:modified xsi:type="dcterms:W3CDTF">2025-10-15T16:33:29Z</dcterms:modified>
</cp:coreProperties>
</file>